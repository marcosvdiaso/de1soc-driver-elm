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MARCO 3 - APLICAÇÃO C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8625" y="0"/>
            <a:ext cx="1560300" cy="235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MI -SISTEMAS DIGITAIS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DISCENTES: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MARCOS VINICIUS DIAS OLIVEIRA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640080" y="219456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MATHEUS SILVA RODRIGUES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DOCENTE: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40080" y="338328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ANFRANSERAI MORAIS DIAS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SUMÁRIO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1. INTRODUÇÃO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2. FUNDAMENTAÇÃO TEÓRICA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3. DESENVOLVIMENTO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4. MÓDULO VGA (vga.c)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5. MÓDULO MOUSE (mouse.c)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6. MÓDULO CSV (csv.c)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7. INTERFACE E MODOS DE OPERAÇÃO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8. MÉTRICAS E TESTES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REQUISITOS DO MARCO: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7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APLICAÇÃO EM C COM CLI (CLASSIFICAÇÃO INDIVIDUAL + DATASET + BENCHMARK)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INTEGRAÇÃO COM O IP-CORE VGA PARA EXIBIR A IMAGEM CLASSIFICADA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MODO DE DESENHO DE IMAGEM USANDO O MOUSE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MODO DE VALIDAÇÃO/BENCHMARK RODANDO N IMAGENS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CÁLCULO DE ACURÁCIA, LATÊNCIA, JITTER E THROUGHPUT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SALVAR LOG EM CSV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ESTRUTURA DO PROJETO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Makefile, driver.h, driver.s, main.c </a:t>
            </a:r>
            <a:r>
              <a:rPr lang="en-US" sz="1700">
                <a:solidFill>
                  <a:srgbClr val="1A1A1A"/>
                </a:solidFill>
              </a:rPr>
              <a:t>-</a:t>
            </a: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mantidos do Marco 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src/vga.c </a:t>
            </a:r>
            <a:r>
              <a:rPr lang="en-US" sz="1700">
                <a:solidFill>
                  <a:srgbClr val="1A1A1A"/>
                </a:solidFill>
              </a:rPr>
              <a:t>-</a:t>
            </a: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controle do IP-Core VGA (exibição da imagem)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src/mouse.c </a:t>
            </a:r>
            <a:r>
              <a:rPr lang="en-US" sz="1700">
                <a:solidFill>
                  <a:srgbClr val="1A1A1A"/>
                </a:solidFill>
              </a:rPr>
              <a:t>-</a:t>
            </a: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leitura do mouse via /dev/input/event0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src/csv.c </a:t>
            </a:r>
            <a:r>
              <a:rPr lang="en-US" sz="1700">
                <a:solidFill>
                  <a:srgbClr val="1A1A1A"/>
                </a:solidFill>
              </a:rPr>
              <a:t>-</a:t>
            </a: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geração do log de benchmark em CSV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archives/ </a:t>
            </a:r>
            <a:r>
              <a:rPr lang="en-US" sz="1700">
                <a:solidFill>
                  <a:srgbClr val="1A1A1A"/>
                </a:solidFill>
              </a:rPr>
              <a:t>-</a:t>
            </a: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pesos (W_in, b, beta) e imagens de teste (test/)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FUNDAMENTAÇÃO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9"/>
          <p:cNvSpPr/>
          <p:nvPr/>
        </p:nvSpPr>
        <p:spPr>
          <a:xfrm>
            <a:off x="457200" y="2423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TEÓRICA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IP-CORE VGA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0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Mapeado via MMIO no mesmo /dev/mem usado pelo coprocessador ELM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Base física: 0xFF200000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Offset do registrador de controle: 0x0030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Resolução da tela: 320 x 240 pixels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Cada pixel é escrito com um único registrador de 32 bits, contendo posição (x,y), cor (R,G,B de 3 bits) e um bit de escrita (write enable)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MÓDULO VGA (vga.c)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vga_start() mapeia o ponteiro de controle do VGA a partir do mesmo mmap do driver ELM (elm_mmap() + offset 0x0030)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vga_pixel(x, y, r, g, b) monta um único valor de 32 bits combinando posição e cor via shifts e OR, e o envia em dois passos: escreve o valor com o bit de write ligado, depois desliga o bit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Esse handshake (subir e descer o bit de escrita) é o mesmo padrão usado no envio de instruções ao coprocessador no Marco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MONTAGEM DO PIXEL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 valor de 32 bits é montado assim: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bits [8:0]   → coordenada X (até 511)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bits [16:9]  → coordenada Y (até 255)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bits [20:18] → componente R (3 bits, 0-7)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bits [23:21] → componente G (3 bits, 0-7)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bits [26:24] → componente B (3 bits, 0-7)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bit  [27]    → write enable (1 = escreve o pixel)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EXIBIÇÃO DA IMAGEM (vga_draw)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imagem MNIST tem 28x28 pixels em escala de cinza (784 bytes), mas a tela é 320x240</a:t>
            </a:r>
            <a:r>
              <a:rPr lang="en-US" sz="1500">
                <a:solidFill>
                  <a:srgbClr val="1A1A1A"/>
                </a:solidFill>
              </a:rPr>
              <a:t>,</a:t>
            </a: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então cada pixel da imagem é desenhado como um bloco de 7x7 pixels na tela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imagem é centralizada com um offset fixo: x começa em 62, y começa em 22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Cada byte do pixel (0-255) é reduzido para 3 bits (0-7) com um shift à direita (px &gt;&gt; 5), já que o VGA só aceita 3 bits por canal de cor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Resultado: uma imagem 196x196 (28x7) desenhada em tons de cinza no centro da tela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FUNÇÕES AUXILIARES DO VGA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vga_reset() </a:t>
            </a:r>
            <a:r>
              <a:rPr lang="en-US" sz="1500">
                <a:solidFill>
                  <a:srgbClr val="1A1A1A"/>
                </a:solidFill>
              </a:rPr>
              <a:t>-</a:t>
            </a: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varre toda a tela (320x240) pintando preto, para limpar o frame entre uma classificação e outra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vga_border() </a:t>
            </a:r>
            <a:r>
              <a:rPr lang="en-US" sz="1500">
                <a:solidFill>
                  <a:srgbClr val="1A1A1A"/>
                </a:solidFill>
              </a:rPr>
              <a:t>-</a:t>
            </a: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desenha uma borda nas áreas que ficam fora da imagem 196x196, dando contraste visual à área de desenho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vga_draw_cell() / vga_restore() </a:t>
            </a:r>
            <a:r>
              <a:rPr lang="en-US" sz="1500">
                <a:solidFill>
                  <a:srgbClr val="1A1A1A"/>
                </a:solidFill>
              </a:rPr>
              <a:t>-</a:t>
            </a: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usadas pelo modo de desenho com mouse, para redesenhar só a célula do pixel sob o cursor (sem precisar redesenhar a tela toda)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MÓDULO MOUSE (mouse.c)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Lê eventos do dispositivo Linux /dev/input/event0 diretamente, sem biblioteca gráfica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Cada evento é uma struct input_event, com campos type, code e value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Existem três tipos de evento tratados: EV_REL (movimento relativo), EV_KEY (clique de botão) e EV_SYN (sincronização</a:t>
            </a:r>
            <a:r>
              <a:rPr lang="en-US" sz="1600">
                <a:solidFill>
                  <a:srgbClr val="1A1A1A"/>
                </a:solidFill>
              </a:rPr>
              <a:t>,</a:t>
            </a: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sinaliza que o pacote de eventos terminou)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 loop principal só atualiza a tela quando recebe um EV_SYN, evitando redesenhar o cursor a cada pequeno evento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ACÚMULO DE MOVIMENTO E MODOS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Eventos REL_X e REL_Y chegam seprados, então dx e dy são acumulados até o EV_SYN, quando são somados de uma vez à posição do cursor (mouse_x, mouse_y)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1A1A1A"/>
                </a:solidFill>
              </a:rPr>
              <a:t>Foi feito um clamp</a:t>
            </a: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para não sair da área da imagem: x entre 62 e 251, y entre 22 e 211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BTN_LEFT pressionado ativa modo = 1 (desenhar)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BTN_RIGHT pressionado ativa modo = 2 (apagar)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BTN_MIDDLE encerra o loop e confirma a imagem desenhada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DESENHO NO VETOR DE IMAGEM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cada novo EV_SYN: a célula antiga é restaurada com vga_restore() e o cursor é redesenhado na nova posição com vga_draw_mouse()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posição em pixels da tela é convertida para a célula 28x28 da imagem: px = (mouse_x - 62) / 7, py = (mouse_y - 22) / 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 modo desenhar (modo 1): o pixel central recebe valor 255 e os 4 vizinhos (cima, baixo, esquerda, direita) recebem</a:t>
            </a:r>
            <a:r>
              <a:rPr lang="en-US" sz="1500">
                <a:solidFill>
                  <a:srgbClr val="1A1A1A"/>
                </a:solidFill>
              </a:rPr>
              <a:t> 120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 modo apagar (modo 2): o pixel sob o cursor é zerado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MÓDULO CSV (csv.c)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640080" y="1371600"/>
            <a:ext cx="78638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Responsável por registrar o log do benchmark em um arquivo .csv, usado como evidência dos testes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create_csv() monta o nome do arquivo com data e hora (benchmark_AAAAMMDD_HHMMSS.csv), usando time() e localtime(), e escreve o cabeçalho das colunas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infs_csv() é chamada uma vez por inferência durante o benchmark, registrando: número da inferência, nome do arquivo da imagem, valor predito, valor esperado, resultado (Correta/Incorreta) e latência em nanossegundos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smr_csv() é chamada uma única vez ao final, escrevendo o resumo: total de imagens, acertos, erros, acurácia, latência média, throughput e desvio padrão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INTERFACE E MODOS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457200" y="2423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DE OPERAÇÃO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MENU PRINCIPAL (main.c)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Ao iniciar, o programa abre o driver (elm_open), reseta o coprocessador (elm_reset), carrega os pesos (elm_load) e inicializa o VGA (vga_start + vga_reset)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Um loop do-while apresenta um menu de texto com 4 opções e lê a escolha com scanf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600">
                <a:solidFill>
                  <a:srgbClr val="1A1A1A"/>
                </a:solidFill>
              </a:rPr>
              <a:t>-</a:t>
            </a: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Inferência enviando imagem (a partir de arquivo)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600">
                <a:solidFill>
                  <a:srgbClr val="1A1A1A"/>
                </a:solidFill>
              </a:rPr>
              <a:t>-</a:t>
            </a: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Inferência desenhando a imagem (com o mouse)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600">
                <a:solidFill>
                  <a:srgbClr val="1A1A1A"/>
                </a:solidFill>
              </a:rPr>
              <a:t>-</a:t>
            </a: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Benchmark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4 </a:t>
            </a:r>
            <a:r>
              <a:rPr lang="en-US" sz="1600">
                <a:solidFill>
                  <a:srgbClr val="1A1A1A"/>
                </a:solidFill>
              </a:rPr>
              <a:t>-</a:t>
            </a: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Sair (fecha o driver com elm_close)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MODO 1 — INFERÊNCIA POR ARQUIVO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2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 caminho da imagem pode vir como argumento de linha de comando (argv[1]) ou ser digitado, se não for passado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 arquivo .bin é aberto e lido com fread, esperando exatamente 784 bytes (28x28)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imagem é exibida na tela com vga_draw(img)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 usuário informa o dígito esperado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elm_start(img) envia a imagem ao coprocessador e elm_result() lê o dígito predito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 resultado é comparado com o esperado e o acerto/erro é impresso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MODO 2 — INFERÊNCIA DESENHANDO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 vetor da imagem (784 bytes) é zerado antes de começar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função draw(img), do módulo mouse.c, é chamada e bloqueia o programa até o usuário desenhar e confirmar com o botão do meio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partir daí, o fluxo é igual ao modo 1: pede o dígito esperado, chama elm_start(img), lê o resultado com elm_result() e compara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MODO 3 — BENCHMARK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4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Abre a pasta test/ com opendir/readdir e conta o total de imagens antes de começar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1A1A1A"/>
                </a:solidFill>
              </a:rPr>
              <a:t>Extrai o digito esperado do nome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Para cada imagem: lê o arquivo, marca o tempo com clock_gettime antes e depois de elm_start(), calcula a latência, chama elm_result(), compara com o esperado e grava a linha no CSV com infs_csv()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Ao final, calcula as métricas agregadas (acurácia, latência média, throughput, jitter), imprime na tela e grava o resumo no CSV com smr_csv()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MÉTRICAS 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457200" y="2423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TESTES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ACURÁCIA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Mede quantas inferências bateram com o dígito esperado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Duas variáveis contam o resultado de cada imagem: ok (correta) e wrng (incorreta), incrementadas conforme r == 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Imagens com erro de leitura (eimg) ou erro de inferência (einf) são descontadas do total, pois não fazem sentido entrar no cálculo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Acurácia = ok / (total - eimg - einf) * 100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LATÊNCIA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7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Mede o tempo de uma inferência completa, do envio da imagem até a leitura do resultado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Usa clock_gettime(CLOCK_MONOTONIC, ...) antes e depois de elm_start(img)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diferença entre os timestamps (tv_sec e tv_nsec) é convertida para nanossegundos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Esse tempo inclui todo o handshake do driver: polling, escrita das instruções e espera pelo status DONE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latência média do benchmark é a soma das latências individuais dividida pelo número de inferências válidas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JITTER (DESVIO PADRÃO)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8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Mede o quanto a latência varia de uma inferência para outra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Todas as latências individuais são guardadas em um array (lats[])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Para cada uma, calcula-se a diferença em relação à média (lat) e eleva-se ao quadrado, somando tudo na variância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Jitter = raiz quadrada de (variância / número de testes válidos)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THROUGHPUT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9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Mede quantas inferências o sistema consegue processar por segundo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soma de todas as latências (em nanossegundos) é convertida para segundos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Throughput = número de inferências válidas / tempo total em segundos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RESULTADO DO BENCHMARK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0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Dataset de teste: 2000 imagens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Acertos: 768   |   Erros: 1232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Acurácia: 38,40%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Latência média: 10.112.016 ns</a:t>
            </a:r>
            <a:endParaRPr sz="1700">
              <a:solidFill>
                <a:srgbClr val="1A1A1A"/>
              </a:solidFill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Throughput: 98,89 inferências/s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Desvio padrão (jitter): 8.374.023 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Erros de leitura/inferência: 0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